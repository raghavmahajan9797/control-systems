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8" r:id="rId13"/>
    <p:sldId id="267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Quattrocento" panose="020B0604020202020204" charset="0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2E388-1653-4325-B698-DB7060F44013}" v="60" dt="2026-03-31T17:41:37.684"/>
    <p1510:client id="{5F97E2DE-62C9-4EC2-5FCF-3546F5A7ACD5}" v="98" dt="2026-03-31T16:59:44.720"/>
    <p1510:client id="{ED682806-ADE2-CAF7-6AAA-E7E1919E0678}" v="21" dt="2026-03-31T17:31:18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5F97E2DE-62C9-4EC2-5FCF-3546F5A7ACD5}"/>
    <pc:docChg chg="modSld">
      <pc:chgData name="Guest User" userId="" providerId="Windows Live" clId="Web-{5F97E2DE-62C9-4EC2-5FCF-3546F5A7ACD5}" dt="2026-03-31T16:59:44.720" v="85"/>
      <pc:docMkLst>
        <pc:docMk/>
      </pc:docMkLst>
      <pc:sldChg chg="delSp">
        <pc:chgData name="Guest User" userId="" providerId="Windows Live" clId="Web-{5F97E2DE-62C9-4EC2-5FCF-3546F5A7ACD5}" dt="2026-03-31T16:59:44.720" v="85"/>
        <pc:sldMkLst>
          <pc:docMk/>
          <pc:sldMk cId="0" sldId="256"/>
        </pc:sldMkLst>
        <pc:picChg chg="del">
          <ac:chgData name="Guest User" userId="" providerId="Windows Live" clId="Web-{5F97E2DE-62C9-4EC2-5FCF-3546F5A7ACD5}" dt="2026-03-31T16:59:44.720" v="85"/>
          <ac:picMkLst>
            <pc:docMk/>
            <pc:sldMk cId="0" sldId="256"/>
            <ac:picMk id="2" creationId="{00000000-0000-0000-0000-000000000000}"/>
          </ac:picMkLst>
        </pc:picChg>
      </pc:sldChg>
      <pc:sldChg chg="addSp modSp mod setBg">
        <pc:chgData name="Guest User" userId="" providerId="Windows Live" clId="Web-{5F97E2DE-62C9-4EC2-5FCF-3546F5A7ACD5}" dt="2026-03-31T16:58:25.310" v="84"/>
        <pc:sldMkLst>
          <pc:docMk/>
          <pc:sldMk cId="3699922948" sldId="267"/>
        </pc:sldMkLst>
        <pc:spChg chg="mod">
          <ac:chgData name="Guest User" userId="" providerId="Windows Live" clId="Web-{5F97E2DE-62C9-4EC2-5FCF-3546F5A7ACD5}" dt="2026-03-31T16:58:25.310" v="84"/>
          <ac:spMkLst>
            <pc:docMk/>
            <pc:sldMk cId="3699922948" sldId="267"/>
            <ac:spMk id="6" creationId="{F2537AFB-20E4-A44E-9B17-8105D2DECAA8}"/>
          </ac:spMkLst>
        </pc:spChg>
        <pc:spChg chg="add">
          <ac:chgData name="Guest User" userId="" providerId="Windows Live" clId="Web-{5F97E2DE-62C9-4EC2-5FCF-3546F5A7ACD5}" dt="2026-03-31T16:58:25.310" v="84"/>
          <ac:spMkLst>
            <pc:docMk/>
            <pc:sldMk cId="3699922948" sldId="267"/>
            <ac:spMk id="11" creationId="{FFD48BC7-DC40-47DE-87EE-9F4B6ECB9ABB}"/>
          </ac:spMkLst>
        </pc:spChg>
        <pc:spChg chg="add">
          <ac:chgData name="Guest User" userId="" providerId="Windows Live" clId="Web-{5F97E2DE-62C9-4EC2-5FCF-3546F5A7ACD5}" dt="2026-03-31T16:58:25.310" v="84"/>
          <ac:spMkLst>
            <pc:docMk/>
            <pc:sldMk cId="3699922948" sldId="267"/>
            <ac:spMk id="13" creationId="{E502BBC7-2C76-46F3-BC24-5985BC13DB88}"/>
          </ac:spMkLst>
        </pc:spChg>
        <pc:spChg chg="add">
          <ac:chgData name="Guest User" userId="" providerId="Windows Live" clId="Web-{5F97E2DE-62C9-4EC2-5FCF-3546F5A7ACD5}" dt="2026-03-31T16:58:25.310" v="84"/>
          <ac:spMkLst>
            <pc:docMk/>
            <pc:sldMk cId="3699922948" sldId="267"/>
            <ac:spMk id="15" creationId="{C7F28D52-2A5F-4D23-81AE-7CB8B591C7AF}"/>
          </ac:spMkLst>
        </pc:spChg>
        <pc:spChg chg="add">
          <ac:chgData name="Guest User" userId="" providerId="Windows Live" clId="Web-{5F97E2DE-62C9-4EC2-5FCF-3546F5A7ACD5}" dt="2026-03-31T16:58:25.310" v="84"/>
          <ac:spMkLst>
            <pc:docMk/>
            <pc:sldMk cId="3699922948" sldId="267"/>
            <ac:spMk id="17" creationId="{3629484E-3792-4B3D-89AD-7C8A1ED0E0D4}"/>
          </ac:spMkLst>
        </pc:spChg>
        <pc:picChg chg="ord">
          <ac:chgData name="Guest User" userId="" providerId="Windows Live" clId="Web-{5F97E2DE-62C9-4EC2-5FCF-3546F5A7ACD5}" dt="2026-03-31T16:58:25.310" v="84"/>
          <ac:picMkLst>
            <pc:docMk/>
            <pc:sldMk cId="3699922948" sldId="267"/>
            <ac:picMk id="5" creationId="{A76E6660-6A94-F8B9-D2D9-46927CDB62E3}"/>
          </ac:picMkLst>
        </pc:picChg>
      </pc:sldChg>
      <pc:sldChg chg="addSp delSp modSp mod setBg">
        <pc:chgData name="Guest User" userId="" providerId="Windows Live" clId="Web-{5F97E2DE-62C9-4EC2-5FCF-3546F5A7ACD5}" dt="2026-03-31T16:58:05.591" v="83"/>
        <pc:sldMkLst>
          <pc:docMk/>
          <pc:sldMk cId="1209938617" sldId="268"/>
        </pc:sldMkLst>
        <pc:spChg chg="mod">
          <ac:chgData name="Guest User" userId="" providerId="Windows Live" clId="Web-{5F97E2DE-62C9-4EC2-5FCF-3546F5A7ACD5}" dt="2026-03-31T16:58:05.591" v="83"/>
          <ac:spMkLst>
            <pc:docMk/>
            <pc:sldMk cId="1209938617" sldId="268"/>
            <ac:spMk id="4" creationId="{8AB1521A-306D-C88A-6A1F-1933603F8CAF}"/>
          </ac:spMkLst>
        </pc:spChg>
        <pc:spChg chg="add del">
          <ac:chgData name="Guest User" userId="" providerId="Windows Live" clId="Web-{5F97E2DE-62C9-4EC2-5FCF-3546F5A7ACD5}" dt="2026-03-31T16:58:05.544" v="82"/>
          <ac:spMkLst>
            <pc:docMk/>
            <pc:sldMk cId="1209938617" sldId="268"/>
            <ac:spMk id="10" creationId="{6753252F-4873-4F63-801D-CC719279A7D5}"/>
          </ac:spMkLst>
        </pc:spChg>
        <pc:spChg chg="add del">
          <ac:chgData name="Guest User" userId="" providerId="Windows Live" clId="Web-{5F97E2DE-62C9-4EC2-5FCF-3546F5A7ACD5}" dt="2026-03-31T16:58:05.544" v="82"/>
          <ac:spMkLst>
            <pc:docMk/>
            <pc:sldMk cId="1209938617" sldId="268"/>
            <ac:spMk id="12" creationId="{047C8CCB-F95D-4249-92DD-651249D3535A}"/>
          </ac:spMkLst>
        </pc:spChg>
        <pc:spChg chg="add">
          <ac:chgData name="Guest User" userId="" providerId="Windows Live" clId="Web-{5F97E2DE-62C9-4EC2-5FCF-3546F5A7ACD5}" dt="2026-03-31T16:58:05.591" v="83"/>
          <ac:spMkLst>
            <pc:docMk/>
            <pc:sldMk cId="1209938617" sldId="268"/>
            <ac:spMk id="14" creationId="{3C54F4CE-85F0-46ED-80DA-9518C9251AD1}"/>
          </ac:spMkLst>
        </pc:spChg>
        <pc:spChg chg="add">
          <ac:chgData name="Guest User" userId="" providerId="Windows Live" clId="Web-{5F97E2DE-62C9-4EC2-5FCF-3546F5A7ACD5}" dt="2026-03-31T16:58:05.591" v="83"/>
          <ac:spMkLst>
            <pc:docMk/>
            <pc:sldMk cId="1209938617" sldId="268"/>
            <ac:spMk id="15" creationId="{DADD1FCA-8ACB-4958-81DD-4CDD6D3E1921}"/>
          </ac:spMkLst>
        </pc:spChg>
        <pc:graphicFrameChg chg="mod modGraphic">
          <ac:chgData name="Guest User" userId="" providerId="Windows Live" clId="Web-{5F97E2DE-62C9-4EC2-5FCF-3546F5A7ACD5}" dt="2026-03-31T16:58:05.591" v="83"/>
          <ac:graphicFrameMkLst>
            <pc:docMk/>
            <pc:sldMk cId="1209938617" sldId="268"/>
            <ac:graphicFrameMk id="5" creationId="{FD20B2A2-67A7-41F7-0FA0-0FFEFB4EC0B9}"/>
          </ac:graphicFrameMkLst>
        </pc:graphicFrameChg>
        <pc:picChg chg="ord">
          <ac:chgData name="Guest User" userId="" providerId="Windows Live" clId="Web-{5F97E2DE-62C9-4EC2-5FCF-3546F5A7ACD5}" dt="2026-03-31T16:58:05.591" v="83"/>
          <ac:picMkLst>
            <pc:docMk/>
            <pc:sldMk cId="1209938617" sldId="268"/>
            <ac:picMk id="3" creationId="{01BB5A80-0DCB-5C68-097D-6CC72DC5FCCB}"/>
          </ac:picMkLst>
        </pc:picChg>
      </pc:sldChg>
    </pc:docChg>
  </pc:docChgLst>
  <pc:docChgLst>
    <pc:chgData name="Guest User" providerId="Windows Live" clId="Web-{ED682806-ADE2-CAF7-6AAA-E7E1919E0678}"/>
    <pc:docChg chg="mod modSld addMainMaster delMainMaster">
      <pc:chgData name="Guest User" userId="" providerId="Windows Live" clId="Web-{ED682806-ADE2-CAF7-6AAA-E7E1919E0678}" dt="2026-03-31T17:31:18.746" v="20"/>
      <pc:docMkLst>
        <pc:docMk/>
      </pc:docMkLst>
      <pc:sldChg chg="modSp mod setBg modClrScheme chgLayout">
        <pc:chgData name="Guest User" userId="" providerId="Windows Live" clId="Web-{ED682806-ADE2-CAF7-6AAA-E7E1919E0678}" dt="2026-03-31T17:31:18.746" v="20"/>
        <pc:sldMkLst>
          <pc:docMk/>
          <pc:sldMk cId="0" sldId="256"/>
        </pc:sldMkLst>
        <pc:spChg chg="mod">
          <ac:chgData name="Guest User" userId="" providerId="Windows Live" clId="Web-{ED682806-ADE2-CAF7-6AAA-E7E1919E0678}" dt="2026-03-31T17:29:22.414" v="1" actId="1076"/>
          <ac:spMkLst>
            <pc:docMk/>
            <pc:sldMk cId="0" sldId="256"/>
            <ac:spMk id="3" creationId="{00000000-0000-0000-0000-000000000000}"/>
          </ac:spMkLst>
        </pc:spChg>
      </pc:sldChg>
      <pc:sldChg chg="delSp modSp mod modClrScheme chgLayout">
        <pc:chgData name="Guest User" userId="" providerId="Windows Live" clId="Web-{ED682806-ADE2-CAF7-6AAA-E7E1919E0678}" dt="2026-03-31T17:31:18.746" v="20"/>
        <pc:sldMkLst>
          <pc:docMk/>
          <pc:sldMk cId="0" sldId="257"/>
        </pc:sldMkLst>
        <pc:spChg chg="mod">
          <ac:chgData name="Guest User" userId="" providerId="Windows Live" clId="Web-{ED682806-ADE2-CAF7-6AAA-E7E1919E0678}" dt="2026-03-31T17:29:30.930" v="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" providerId="Windows Live" clId="Web-{ED682806-ADE2-CAF7-6AAA-E7E1919E0678}" dt="2026-03-31T17:29:55.118" v="1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" providerId="Windows Live" clId="Web-{ED682806-ADE2-CAF7-6AAA-E7E1919E0678}" dt="2026-03-31T17:29:55.134" v="1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" providerId="Windows Live" clId="Web-{ED682806-ADE2-CAF7-6AAA-E7E1919E0678}" dt="2026-03-31T17:29:55.149" v="1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" providerId="Windows Live" clId="Web-{ED682806-ADE2-CAF7-6AAA-E7E1919E0678}" dt="2026-03-31T17:29:55.149" v="13" actId="1076"/>
          <ac:spMkLst>
            <pc:docMk/>
            <pc:sldMk cId="0" sldId="257"/>
            <ac:spMk id="7" creationId="{00000000-0000-0000-0000-000000000000}"/>
          </ac:spMkLst>
        </pc:spChg>
        <pc:picChg chg="del">
          <ac:chgData name="Guest User" userId="" providerId="Windows Live" clId="Web-{ED682806-ADE2-CAF7-6AAA-E7E1919E0678}" dt="2026-03-31T17:29:25.179" v="2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Guest User" userId="" providerId="Windows Live" clId="Web-{ED682806-ADE2-CAF7-6AAA-E7E1919E0678}" dt="2026-03-31T17:29:45.477" v="9" actId="1076"/>
          <ac:picMkLst>
            <pc:docMk/>
            <pc:sldMk cId="0" sldId="257"/>
            <ac:picMk id="9" creationId="{FEC2D1AD-6E68-BF5C-72B3-B1C69FB511D9}"/>
          </ac:picMkLst>
        </pc:picChg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58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59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0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1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2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3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4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0" sldId="265"/>
        </pc:sldMkLst>
      </pc:sldChg>
      <pc:sldChg chg="mod modClrScheme chgLayout">
        <pc:chgData name="Guest User" userId="" providerId="Windows Live" clId="Web-{ED682806-ADE2-CAF7-6AAA-E7E1919E0678}" dt="2026-03-31T17:31:18.746" v="20"/>
        <pc:sldMkLst>
          <pc:docMk/>
          <pc:sldMk cId="3368937794" sldId="266"/>
        </pc:sldMkLst>
      </pc:sldChg>
      <pc:sldChg chg="addSp delSp mod modClrScheme delDesignElem chgLayout">
        <pc:chgData name="Guest User" userId="" providerId="Windows Live" clId="Web-{ED682806-ADE2-CAF7-6AAA-E7E1919E0678}" dt="2026-03-31T17:31:18.746" v="20"/>
        <pc:sldMkLst>
          <pc:docMk/>
          <pc:sldMk cId="3699922948" sldId="267"/>
        </pc:sldMkLst>
        <pc:spChg chg="add del">
          <ac:chgData name="Guest User" userId="" providerId="Windows Live" clId="Web-{ED682806-ADE2-CAF7-6AAA-E7E1919E0678}" dt="2026-03-31T17:31:18.746" v="20"/>
          <ac:spMkLst>
            <pc:docMk/>
            <pc:sldMk cId="3699922948" sldId="267"/>
            <ac:spMk id="11" creationId="{FFD48BC7-DC40-47DE-87EE-9F4B6ECB9ABB}"/>
          </ac:spMkLst>
        </pc:spChg>
        <pc:spChg chg="add del">
          <ac:chgData name="Guest User" userId="" providerId="Windows Live" clId="Web-{ED682806-ADE2-CAF7-6AAA-E7E1919E0678}" dt="2026-03-31T17:31:18.746" v="20"/>
          <ac:spMkLst>
            <pc:docMk/>
            <pc:sldMk cId="3699922948" sldId="267"/>
            <ac:spMk id="13" creationId="{E502BBC7-2C76-46F3-BC24-5985BC13DB88}"/>
          </ac:spMkLst>
        </pc:spChg>
        <pc:spChg chg="add del">
          <ac:chgData name="Guest User" userId="" providerId="Windows Live" clId="Web-{ED682806-ADE2-CAF7-6AAA-E7E1919E0678}" dt="2026-03-31T17:31:18.746" v="20"/>
          <ac:spMkLst>
            <pc:docMk/>
            <pc:sldMk cId="3699922948" sldId="267"/>
            <ac:spMk id="15" creationId="{C7F28D52-2A5F-4D23-81AE-7CB8B591C7AF}"/>
          </ac:spMkLst>
        </pc:spChg>
        <pc:spChg chg="add del">
          <ac:chgData name="Guest User" userId="" providerId="Windows Live" clId="Web-{ED682806-ADE2-CAF7-6AAA-E7E1919E0678}" dt="2026-03-31T17:31:18.746" v="20"/>
          <ac:spMkLst>
            <pc:docMk/>
            <pc:sldMk cId="3699922948" sldId="267"/>
            <ac:spMk id="17" creationId="{3629484E-3792-4B3D-89AD-7C8A1ED0E0D4}"/>
          </ac:spMkLst>
        </pc:spChg>
      </pc:sldChg>
      <pc:sldChg chg="addSp delSp mod modClrScheme delDesignElem chgLayout">
        <pc:chgData name="Guest User" userId="" providerId="Windows Live" clId="Web-{ED682806-ADE2-CAF7-6AAA-E7E1919E0678}" dt="2026-03-31T17:31:18.746" v="20"/>
        <pc:sldMkLst>
          <pc:docMk/>
          <pc:sldMk cId="1209938617" sldId="268"/>
        </pc:sldMkLst>
        <pc:spChg chg="add del">
          <ac:chgData name="Guest User" userId="" providerId="Windows Live" clId="Web-{ED682806-ADE2-CAF7-6AAA-E7E1919E0678}" dt="2026-03-31T17:31:18.746" v="20"/>
          <ac:spMkLst>
            <pc:docMk/>
            <pc:sldMk cId="1209938617" sldId="268"/>
            <ac:spMk id="14" creationId="{3C54F4CE-85F0-46ED-80DA-9518C9251AD1}"/>
          </ac:spMkLst>
        </pc:spChg>
        <pc:spChg chg="add del">
          <ac:chgData name="Guest User" userId="" providerId="Windows Live" clId="Web-{ED682806-ADE2-CAF7-6AAA-E7E1919E0678}" dt="2026-03-31T17:31:18.746" v="20"/>
          <ac:spMkLst>
            <pc:docMk/>
            <pc:sldMk cId="1209938617" sldId="268"/>
            <ac:spMk id="15" creationId="{DADD1FCA-8ACB-4958-81DD-4CDD6D3E1921}"/>
          </ac:spMkLst>
        </pc:spChg>
      </pc:sldChg>
      <pc:sldMasterChg chg="add del addSldLayout delSldLayout">
        <pc:chgData name="Guest User" userId="" providerId="Windows Live" clId="Web-{ED682806-ADE2-CAF7-6AAA-E7E1919E0678}" dt="2026-03-31T17:31:18.746" v="20"/>
        <pc:sldMasterMkLst>
          <pc:docMk/>
          <pc:sldMasterMk cId="0" sldId="2147483648"/>
        </pc:sldMasterMkLst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0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1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2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3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4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5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6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7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8"/>
          </pc:sldLayoutMkLst>
        </pc:sldLayoutChg>
        <pc:sldLayoutChg chg="add del">
          <pc:chgData name="Guest User" userId="" providerId="Windows Live" clId="Web-{ED682806-ADE2-CAF7-6AAA-E7E1919E0678}" dt="2026-03-31T17:31:18.746" v="20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del addSldLayout delSldLayout modSldLayout">
        <pc:chgData name="Guest User" userId="" providerId="Windows Live" clId="Web-{ED682806-ADE2-CAF7-6AAA-E7E1919E0678}" dt="2026-03-31T17:30:49.667" v="17"/>
        <pc:sldMasterMkLst>
          <pc:docMk/>
          <pc:sldMasterMk cId="1447041185" sldId="2147483660"/>
        </pc:sldMasterMkLst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4161072947" sldId="2147483661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257872404" sldId="2147483662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1555556311" sldId="2147483663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3030709150" sldId="2147483664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3270874978" sldId="2147483665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596565627" sldId="2147483666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048695550" sldId="2147483667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4023018421" sldId="2147483668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462151357" sldId="2147483669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636330083" sldId="2147483670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882186797" sldId="2147483671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415104512" sldId="2147483672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3166180585" sldId="2147483673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3036106521" sldId="2147483674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122135684" sldId="2147483675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3331945330" sldId="2147483676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1846315929" sldId="2147483677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4216649712" sldId="2147483678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756352599" sldId="2147483679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2568445463" sldId="2147483680"/>
          </pc:sldLayoutMkLst>
        </pc:sldLayoutChg>
        <pc:sldLayoutChg chg="add del mod replId">
          <pc:chgData name="Guest User" userId="" providerId="Windows Live" clId="Web-{ED682806-ADE2-CAF7-6AAA-E7E1919E0678}" dt="2026-03-31T17:30:49.667" v="17"/>
          <pc:sldLayoutMkLst>
            <pc:docMk/>
            <pc:sldMasterMk cId="1447041185" sldId="2147483660"/>
            <pc:sldLayoutMk cId="1048984940" sldId="2147483681"/>
          </pc:sldLayoutMkLst>
        </pc:sldLayoutChg>
      </pc:sldMasterChg>
      <pc:sldMasterChg chg="add del addSldLayout delSldLayout modSldLayout">
        <pc:chgData name="Guest User" userId="" providerId="Windows Live" clId="Web-{ED682806-ADE2-CAF7-6AAA-E7E1919E0678}" dt="2026-03-31T17:31:18.746" v="20"/>
        <pc:sldMasterMkLst>
          <pc:docMk/>
          <pc:sldMasterMk cId="3603186744" sldId="2147483660"/>
        </pc:sldMasterMkLst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4281089219" sldId="2147483661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893193606" sldId="2147483662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1119226940" sldId="2147483663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210328425" sldId="2147483664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729199689" sldId="2147483665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826283954" sldId="2147483666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533656532" sldId="2147483667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573190043" sldId="2147483668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1315385497" sldId="2147483669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218717149" sldId="2147483670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520906304" sldId="2147483671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059128583" sldId="2147483672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970012698" sldId="2147483673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601169488" sldId="2147483674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61759690" sldId="2147483675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549700894" sldId="2147483676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1774288843" sldId="2147483677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2612095209" sldId="2147483678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530008509" sldId="2147483679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919942416" sldId="2147483680"/>
          </pc:sldLayoutMkLst>
        </pc:sldLayoutChg>
        <pc:sldLayoutChg chg="add del mod replId">
          <pc:chgData name="Guest User" userId="" providerId="Windows Live" clId="Web-{ED682806-ADE2-CAF7-6AAA-E7E1919E0678}" dt="2026-03-31T17:31:18.746" v="20"/>
          <pc:sldLayoutMkLst>
            <pc:docMk/>
            <pc:sldMasterMk cId="3603186744" sldId="2147483660"/>
            <pc:sldLayoutMk cId="3567984988" sldId="2147483681"/>
          </pc:sldLayoutMkLst>
        </pc:sldLayoutChg>
      </pc:sldMasterChg>
    </pc:docChg>
  </pc:docChgLst>
  <pc:docChgLst>
    <pc:chgData name="Raghav Mahajan" userId="3dc44063a90db00a" providerId="LiveId" clId="{91AAA4AA-E824-48D1-AAB8-BDAE7ED9A1E8}"/>
    <pc:docChg chg="undo custSel modSld modMainMaster">
      <pc:chgData name="Raghav Mahajan" userId="3dc44063a90db00a" providerId="LiveId" clId="{91AAA4AA-E824-48D1-AAB8-BDAE7ED9A1E8}" dt="2026-03-31T17:41:37.684" v="214" actId="478"/>
      <pc:docMkLst>
        <pc:docMk/>
      </pc:docMkLst>
      <pc:sldChg chg="addSp delSp modSp mod setBg">
        <pc:chgData name="Raghav Mahajan" userId="3dc44063a90db00a" providerId="LiveId" clId="{91AAA4AA-E824-48D1-AAB8-BDAE7ED9A1E8}" dt="2026-03-31T17:37:26.132" v="203" actId="1076"/>
        <pc:sldMkLst>
          <pc:docMk/>
          <pc:sldMk cId="0" sldId="256"/>
        </pc:sldMkLst>
        <pc:spChg chg="mod">
          <ac:chgData name="Raghav Mahajan" userId="3dc44063a90db00a" providerId="LiveId" clId="{91AAA4AA-E824-48D1-AAB8-BDAE7ED9A1E8}" dt="2026-03-31T17:34:32.536" v="187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32.536" v="187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32.536" v="187" actId="207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37:14.193" v="201" actId="1076"/>
          <ac:picMkLst>
            <pc:docMk/>
            <pc:sldMk cId="0" sldId="256"/>
            <ac:picMk id="6" creationId="{01699335-E809-EE9C-EB92-46E07DC83C49}"/>
          </ac:picMkLst>
        </pc:picChg>
        <pc:picChg chg="del">
          <ac:chgData name="Raghav Mahajan" userId="3dc44063a90db00a" providerId="LiveId" clId="{91AAA4AA-E824-48D1-AAB8-BDAE7ED9A1E8}" dt="2026-03-31T17:34:20.497" v="185" actId="478"/>
          <ac:picMkLst>
            <pc:docMk/>
            <pc:sldMk cId="0" sldId="256"/>
            <ac:picMk id="7" creationId="{7D0C9521-E2A1-A027-B9B7-16DBE3369A8C}"/>
          </ac:picMkLst>
        </pc:picChg>
        <pc:picChg chg="add mod">
          <ac:chgData name="Raghav Mahajan" userId="3dc44063a90db00a" providerId="LiveId" clId="{91AAA4AA-E824-48D1-AAB8-BDAE7ED9A1E8}" dt="2026-03-31T17:37:26.132" v="203" actId="1076"/>
          <ac:picMkLst>
            <pc:docMk/>
            <pc:sldMk cId="0" sldId="256"/>
            <ac:picMk id="9" creationId="{B168585B-9978-CAAE-8B04-286D4A3E96FC}"/>
          </ac:picMkLst>
        </pc:picChg>
      </pc:sldChg>
      <pc:sldChg chg="delSp modSp mod">
        <pc:chgData name="Raghav Mahajan" userId="3dc44063a90db00a" providerId="LiveId" clId="{91AAA4AA-E824-48D1-AAB8-BDAE7ED9A1E8}" dt="2026-03-31T17:37:55.296" v="206" actId="14100"/>
        <pc:sldMkLst>
          <pc:docMk/>
          <pc:sldMk cId="0" sldId="257"/>
        </pc:sldMkLst>
        <pc:spChg chg="mod">
          <ac:chgData name="Raghav Mahajan" userId="3dc44063a90db00a" providerId="LiveId" clId="{91AAA4AA-E824-48D1-AAB8-BDAE7ED9A1E8}" dt="2026-03-31T17:37:48.746" v="204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12.501" v="183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7:51.922" v="205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12.501" v="183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7:55.296" v="206" actId="14100"/>
          <ac:spMkLst>
            <pc:docMk/>
            <pc:sldMk cId="0" sldId="257"/>
            <ac:spMk id="7" creationId="{00000000-0000-0000-0000-000000000000}"/>
          </ac:spMkLst>
        </pc:spChg>
        <pc:picChg chg="del">
          <ac:chgData name="Raghav Mahajan" userId="3dc44063a90db00a" providerId="LiveId" clId="{91AAA4AA-E824-48D1-AAB8-BDAE7ED9A1E8}" dt="2026-03-31T17:34:15.613" v="184" actId="478"/>
          <ac:picMkLst>
            <pc:docMk/>
            <pc:sldMk cId="0" sldId="257"/>
            <ac:picMk id="9" creationId="{FEC2D1AD-6E68-BF5C-72B3-B1C69FB511D9}"/>
          </ac:picMkLst>
        </pc:picChg>
      </pc:sldChg>
      <pc:sldChg chg="delSp modSp mod">
        <pc:chgData name="Raghav Mahajan" userId="3dc44063a90db00a" providerId="LiveId" clId="{91AAA4AA-E824-48D1-AAB8-BDAE7ED9A1E8}" dt="2026-03-31T17:38:20.899" v="207" actId="478"/>
        <pc:sldMkLst>
          <pc:docMk/>
          <pc:sldMk cId="0" sldId="258"/>
        </pc:sldMkLst>
        <pc:spChg chg="mod">
          <ac:chgData name="Raghav Mahajan" userId="3dc44063a90db00a" providerId="LiveId" clId="{91AAA4AA-E824-48D1-AAB8-BDAE7ED9A1E8}" dt="2026-03-31T17:33:36.761" v="177" actId="207"/>
          <ac:spMkLst>
            <pc:docMk/>
            <pc:sldMk cId="0" sldId="258"/>
            <ac:spMk id="3" creationId="{00000000-0000-0000-0000-000000000000}"/>
          </ac:spMkLst>
        </pc:spChg>
        <pc:picChg chg="del">
          <ac:chgData name="Raghav Mahajan" userId="3dc44063a90db00a" providerId="LiveId" clId="{91AAA4AA-E824-48D1-AAB8-BDAE7ED9A1E8}" dt="2026-03-31T17:38:20.899" v="207" actId="478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Raghav Mahajan" userId="3dc44063a90db00a" providerId="LiveId" clId="{91AAA4AA-E824-48D1-AAB8-BDAE7ED9A1E8}" dt="2026-03-31T17:33:50.324" v="179" actId="207"/>
        <pc:sldMkLst>
          <pc:docMk/>
          <pc:sldMk cId="0" sldId="259"/>
        </pc:sldMkLst>
        <pc:spChg chg="mod">
          <ac:chgData name="Raghav Mahajan" userId="3dc44063a90db00a" providerId="LiveId" clId="{91AAA4AA-E824-48D1-AAB8-BDAE7ED9A1E8}" dt="2026-03-31T17:33:50.324" v="179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3:43.206" v="178" actId="20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Raghav Mahajan" userId="3dc44063a90db00a" providerId="LiveId" clId="{91AAA4AA-E824-48D1-AAB8-BDAE7ED9A1E8}" dt="2026-03-31T17:39:55.594" v="211" actId="478"/>
        <pc:sldMkLst>
          <pc:docMk/>
          <pc:sldMk cId="0" sldId="260"/>
        </pc:sldMkLst>
        <pc:spChg chg="mod">
          <ac:chgData name="Raghav Mahajan" userId="3dc44063a90db00a" providerId="LiveId" clId="{91AAA4AA-E824-48D1-AAB8-BDAE7ED9A1E8}" dt="2026-03-31T17:34:03.741" v="181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03.741" v="181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03.741" v="181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03.741" v="181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03.741" v="181" actId="207"/>
          <ac:spMkLst>
            <pc:docMk/>
            <pc:sldMk cId="0" sldId="260"/>
            <ac:spMk id="6" creationId="{00000000-0000-0000-0000-000000000000}"/>
          </ac:spMkLst>
        </pc:spChg>
        <pc:picChg chg="add del">
          <ac:chgData name="Raghav Mahajan" userId="3dc44063a90db00a" providerId="LiveId" clId="{91AAA4AA-E824-48D1-AAB8-BDAE7ED9A1E8}" dt="2026-03-31T17:38:29.375" v="208" actId="478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Raghav Mahajan" userId="3dc44063a90db00a" providerId="LiveId" clId="{91AAA4AA-E824-48D1-AAB8-BDAE7ED9A1E8}" dt="2026-03-31T17:39:55.594" v="211" actId="478"/>
          <ac:picMkLst>
            <pc:docMk/>
            <pc:sldMk cId="0" sldId="260"/>
            <ac:picMk id="23" creationId="{71BDE576-4C5E-0569-7AB2-F47AC0C0F8CC}"/>
          </ac:picMkLst>
        </pc:picChg>
        <pc:picChg chg="add mod">
          <ac:chgData name="Raghav Mahajan" userId="3dc44063a90db00a" providerId="LiveId" clId="{91AAA4AA-E824-48D1-AAB8-BDAE7ED9A1E8}" dt="2026-03-31T17:39:53.859" v="210" actId="1076"/>
          <ac:picMkLst>
            <pc:docMk/>
            <pc:sldMk cId="0" sldId="260"/>
            <ac:picMk id="1026" creationId="{0ED53327-23DD-3D76-F8B7-96C2AE70C3C4}"/>
          </ac:picMkLst>
        </pc:picChg>
      </pc:sldChg>
      <pc:sldChg chg="delSp modSp mod">
        <pc:chgData name="Raghav Mahajan" userId="3dc44063a90db00a" providerId="LiveId" clId="{91AAA4AA-E824-48D1-AAB8-BDAE7ED9A1E8}" dt="2026-03-31T17:41:21.327" v="212" actId="478"/>
        <pc:sldMkLst>
          <pc:docMk/>
          <pc:sldMk cId="0" sldId="262"/>
        </pc:sldMkLst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4:54.968" v="188" actId="207"/>
          <ac:spMkLst>
            <pc:docMk/>
            <pc:sldMk cId="0" sldId="262"/>
            <ac:spMk id="21" creationId="{00000000-0000-0000-0000-000000000000}"/>
          </ac:spMkLst>
        </pc:spChg>
        <pc:picChg chg="del">
          <ac:chgData name="Raghav Mahajan" userId="3dc44063a90db00a" providerId="LiveId" clId="{91AAA4AA-E824-48D1-AAB8-BDAE7ED9A1E8}" dt="2026-03-31T17:41:21.327" v="212" actId="478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Raghav Mahajan" userId="3dc44063a90db00a" providerId="LiveId" clId="{91AAA4AA-E824-48D1-AAB8-BDAE7ED9A1E8}" dt="2026-03-31T17:35:06.197" v="189" actId="207"/>
        <pc:sldMkLst>
          <pc:docMk/>
          <pc:sldMk cId="0" sldId="263"/>
        </pc:sldMkLst>
        <pc:spChg chg="mod">
          <ac:chgData name="Raghav Mahajan" userId="3dc44063a90db00a" providerId="LiveId" clId="{91AAA4AA-E824-48D1-AAB8-BDAE7ED9A1E8}" dt="2026-03-31T17:35:06.197" v="189" actId="20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Raghav Mahajan" userId="3dc44063a90db00a" providerId="LiveId" clId="{91AAA4AA-E824-48D1-AAB8-BDAE7ED9A1E8}" dt="2026-03-31T17:36:11.383" v="196" actId="13926"/>
        <pc:sldMkLst>
          <pc:docMk/>
          <pc:sldMk cId="0" sldId="264"/>
        </pc:sldMkLst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46.701" v="194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6:11.383" v="196" actId="1392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5:10.822" v="190" actId="207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 setBg">
        <pc:chgData name="Raghav Mahajan" userId="3dc44063a90db00a" providerId="LiveId" clId="{91AAA4AA-E824-48D1-AAB8-BDAE7ED9A1E8}" dt="2026-03-31T17:41:37.684" v="214" actId="478"/>
        <pc:sldMkLst>
          <pc:docMk/>
          <pc:sldMk cId="0" sldId="265"/>
        </pc:sldMkLst>
        <pc:spChg chg="mod">
          <ac:chgData name="Raghav Mahajan" userId="3dc44063a90db00a" providerId="LiveId" clId="{91AAA4AA-E824-48D1-AAB8-BDAE7ED9A1E8}" dt="2026-03-31T17:36:39.304" v="198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6:39.304" v="198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6:39.304" v="198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6:39.304" v="198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Raghav Mahajan" userId="3dc44063a90db00a" providerId="LiveId" clId="{91AAA4AA-E824-48D1-AAB8-BDAE7ED9A1E8}" dt="2026-03-31T17:36:39.304" v="198" actId="207"/>
          <ac:spMkLst>
            <pc:docMk/>
            <pc:sldMk cId="0" sldId="265"/>
            <ac:spMk id="9" creationId="{00000000-0000-0000-0000-000000000000}"/>
          </ac:spMkLst>
        </pc:spChg>
        <pc:picChg chg="add mod">
          <ac:chgData name="Raghav Mahajan" userId="3dc44063a90db00a" providerId="LiveId" clId="{91AAA4AA-E824-48D1-AAB8-BDAE7ED9A1E8}" dt="2026-03-31T17:32:51.534" v="167" actId="14100"/>
          <ac:picMkLst>
            <pc:docMk/>
            <pc:sldMk cId="0" sldId="265"/>
            <ac:picMk id="22" creationId="{40A135B9-8F54-9E0E-8B5B-A74C2955504B}"/>
          </ac:picMkLst>
        </pc:picChg>
        <pc:picChg chg="del">
          <ac:chgData name="Raghav Mahajan" userId="3dc44063a90db00a" providerId="LiveId" clId="{91AAA4AA-E824-48D1-AAB8-BDAE7ED9A1E8}" dt="2026-03-31T17:41:37.684" v="214" actId="478"/>
          <ac:picMkLst>
            <pc:docMk/>
            <pc:sldMk cId="0" sldId="265"/>
            <ac:picMk id="23" creationId="{79440A36-561B-8F3A-5085-8AAFA9BD74E6}"/>
          </ac:picMkLst>
        </pc:picChg>
        <pc:picChg chg="add mod">
          <ac:chgData name="Raghav Mahajan" userId="3dc44063a90db00a" providerId="LiveId" clId="{91AAA4AA-E824-48D1-AAB8-BDAE7ED9A1E8}" dt="2026-03-31T17:32:56.967" v="169" actId="1076"/>
          <ac:picMkLst>
            <pc:docMk/>
            <pc:sldMk cId="0" sldId="265"/>
            <ac:picMk id="25" creationId="{1F267046-BD95-C282-C420-5B8029016D5F}"/>
          </ac:picMkLst>
        </pc:picChg>
        <pc:picChg chg="del">
          <ac:chgData name="Raghav Mahajan" userId="3dc44063a90db00a" providerId="LiveId" clId="{91AAA4AA-E824-48D1-AAB8-BDAE7ED9A1E8}" dt="2026-03-31T17:31:14.841" v="160" actId="478"/>
          <ac:picMkLst>
            <pc:docMk/>
            <pc:sldMk cId="0" sldId="265"/>
            <ac:picMk id="1028" creationId="{C7F2FFF4-BB17-4028-A296-CCA1837B9F22}"/>
          </ac:picMkLst>
        </pc:picChg>
      </pc:sldChg>
      <pc:sldChg chg="modSp mod">
        <pc:chgData name="Raghav Mahajan" userId="3dc44063a90db00a" providerId="LiveId" clId="{91AAA4AA-E824-48D1-AAB8-BDAE7ED9A1E8}" dt="2026-03-31T17:33:58.056" v="180" actId="207"/>
        <pc:sldMkLst>
          <pc:docMk/>
          <pc:sldMk cId="3368937794" sldId="266"/>
        </pc:sldMkLst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4" creationId="{AF3D0E80-5833-89F2-82F0-75E623DB98E0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5" creationId="{A4D26DB1-46E3-CA5E-C78C-5B6FBF153AB0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6" creationId="{0E740CD4-9234-3999-256E-8D6590574898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7" creationId="{EA041909-5C8B-D002-93F8-1A66FECFCF9C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10" creationId="{61783FD4-BEF1-6D86-C833-7EB76DFA6E25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11" creationId="{B05A08DE-016C-683C-5653-F28DFE7CC17B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12" creationId="{F6A3738C-0EF4-E9A3-61F2-8197581F8543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13" creationId="{F4A8AF03-CCCE-6068-8781-515C3F24ACFA}"/>
          </ac:spMkLst>
        </pc:spChg>
        <pc:spChg chg="mod">
          <ac:chgData name="Raghav Mahajan" userId="3dc44063a90db00a" providerId="LiveId" clId="{91AAA4AA-E824-48D1-AAB8-BDAE7ED9A1E8}" dt="2026-03-31T17:33:58.056" v="180" actId="207"/>
          <ac:spMkLst>
            <pc:docMk/>
            <pc:sldMk cId="3368937794" sldId="266"/>
            <ac:spMk id="17" creationId="{9AC6A3C0-C214-B12C-7183-02F4794240D0}"/>
          </ac:spMkLst>
        </pc:spChg>
      </pc:sldChg>
      <pc:sldChg chg="delSp mod delDesignElem">
        <pc:chgData name="Raghav Mahajan" userId="3dc44063a90db00a" providerId="LiveId" clId="{91AAA4AA-E824-48D1-AAB8-BDAE7ED9A1E8}" dt="2026-03-31T17:41:34.875" v="213" actId="478"/>
        <pc:sldMkLst>
          <pc:docMk/>
          <pc:sldMk cId="3699922948" sldId="267"/>
        </pc:sldMkLst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3699922948" sldId="267"/>
            <ac:spMk id="11" creationId="{FFD48BC7-DC40-47DE-87EE-9F4B6ECB9ABB}"/>
          </ac:spMkLst>
        </pc:spChg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3699922948" sldId="267"/>
            <ac:spMk id="13" creationId="{E502BBC7-2C76-46F3-BC24-5985BC13DB88}"/>
          </ac:spMkLst>
        </pc:spChg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3699922948" sldId="267"/>
            <ac:spMk id="15" creationId="{C7F28D52-2A5F-4D23-81AE-7CB8B591C7AF}"/>
          </ac:spMkLst>
        </pc:spChg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3699922948" sldId="267"/>
            <ac:spMk id="17" creationId="{3629484E-3792-4B3D-89AD-7C8A1ED0E0D4}"/>
          </ac:spMkLst>
        </pc:spChg>
        <pc:picChg chg="del">
          <ac:chgData name="Raghav Mahajan" userId="3dc44063a90db00a" providerId="LiveId" clId="{91AAA4AA-E824-48D1-AAB8-BDAE7ED9A1E8}" dt="2026-03-31T17:41:34.875" v="213" actId="478"/>
          <ac:picMkLst>
            <pc:docMk/>
            <pc:sldMk cId="3699922948" sldId="267"/>
            <ac:picMk id="5" creationId="{A76E6660-6A94-F8B9-D2D9-46927CDB62E3}"/>
          </ac:picMkLst>
        </pc:picChg>
      </pc:sldChg>
      <pc:sldChg chg="addSp delSp modSp mod delDesignElem">
        <pc:chgData name="Raghav Mahajan" userId="3dc44063a90db00a" providerId="LiveId" clId="{91AAA4AA-E824-48D1-AAB8-BDAE7ED9A1E8}" dt="2026-03-31T17:33:22.098" v="176"/>
        <pc:sldMkLst>
          <pc:docMk/>
          <pc:sldMk cId="1209938617" sldId="268"/>
        </pc:sldMkLst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1209938617" sldId="268"/>
            <ac:spMk id="14" creationId="{3C54F4CE-85F0-46ED-80DA-9518C9251AD1}"/>
          </ac:spMkLst>
        </pc:spChg>
        <pc:spChg chg="del">
          <ac:chgData name="Raghav Mahajan" userId="3dc44063a90db00a" providerId="LiveId" clId="{91AAA4AA-E824-48D1-AAB8-BDAE7ED9A1E8}" dt="2026-03-31T17:33:22.098" v="176"/>
          <ac:spMkLst>
            <pc:docMk/>
            <pc:sldMk cId="1209938617" sldId="268"/>
            <ac:spMk id="15" creationId="{DADD1FCA-8ACB-4958-81DD-4CDD6D3E1921}"/>
          </ac:spMkLst>
        </pc:spChg>
        <pc:graphicFrameChg chg="add mod modGraphic">
          <ac:chgData name="Raghav Mahajan" userId="3dc44063a90db00a" providerId="LiveId" clId="{91AAA4AA-E824-48D1-AAB8-BDAE7ED9A1E8}" dt="2026-03-31T17:31:06.528" v="159" actId="1076"/>
          <ac:graphicFrameMkLst>
            <pc:docMk/>
            <pc:sldMk cId="1209938617" sldId="268"/>
            <ac:graphicFrameMk id="5" creationId="{FD20B2A2-67A7-41F7-0FA0-0FFEFB4EC0B9}"/>
          </ac:graphicFrameMkLst>
        </pc:graphicFrameChg>
        <pc:picChg chg="del">
          <ac:chgData name="Raghav Mahajan" userId="3dc44063a90db00a" providerId="LiveId" clId="{91AAA4AA-E824-48D1-AAB8-BDAE7ED9A1E8}" dt="2026-03-31T16:59:26.722" v="156" actId="478"/>
          <ac:picMkLst>
            <pc:docMk/>
            <pc:sldMk cId="1209938617" sldId="268"/>
            <ac:picMk id="3" creationId="{01BB5A80-0DCB-5C68-097D-6CC72DC5FCCB}"/>
          </ac:picMkLst>
        </pc:picChg>
      </pc:sldChg>
      <pc:sldMasterChg chg="modSldLayout">
        <pc:chgData name="Raghav Mahajan" userId="3dc44063a90db00a" providerId="LiveId" clId="{91AAA4AA-E824-48D1-AAB8-BDAE7ED9A1E8}" dt="2026-03-31T17:33:22.098" v="176"/>
        <pc:sldMasterMkLst>
          <pc:docMk/>
          <pc:sldMasterMk cId="78495044" sldId="2147483660"/>
        </pc:sldMasterMkLst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1815630804" sldId="2147483672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815630804" sldId="2147483672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815630804" sldId="2147483672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1815630804" sldId="2147483672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2314218933" sldId="2147483673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2314218933" sldId="2147483673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2314218933" sldId="2147483673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2314218933" sldId="2147483673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888242810" sldId="2147483674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888242810" sldId="2147483674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888242810" sldId="2147483674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888242810" sldId="2147483674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4290054018" sldId="2147483675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4290054018" sldId="2147483675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4290054018" sldId="2147483675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4290054018" sldId="2147483675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134985817" sldId="2147483676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34985817" sldId="2147483676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34985817" sldId="2147483676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134985817" sldId="2147483676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886531815" sldId="2147483677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886531815" sldId="2147483677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886531815" sldId="2147483677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886531815" sldId="2147483677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2820995207" sldId="2147483678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2820995207" sldId="2147483678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2820995207" sldId="2147483678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2820995207" sldId="2147483678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1596388755" sldId="2147483679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596388755" sldId="2147483679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1596388755" sldId="2147483679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1596388755" sldId="2147483679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3258767090" sldId="2147483680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3258767090" sldId="2147483680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3258767090" sldId="2147483680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3258767090" sldId="2147483680"/>
              <ac:picMk id="4" creationId="{00000000-0000-0000-0000-000000000000}"/>
            </ac:picMkLst>
          </pc:picChg>
        </pc:sldLayoutChg>
        <pc:sldLayoutChg chg="delSp">
          <pc:chgData name="Raghav Mahajan" userId="3dc44063a90db00a" providerId="LiveId" clId="{91AAA4AA-E824-48D1-AAB8-BDAE7ED9A1E8}" dt="2026-03-31T17:33:22.098" v="176"/>
          <pc:sldLayoutMkLst>
            <pc:docMk/>
            <pc:sldMasterMk cId="78495044" sldId="2147483660"/>
            <pc:sldLayoutMk cId="3502908104" sldId="2147483681"/>
          </pc:sldLayoutMkLst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3502908104" sldId="2147483681"/>
              <ac:spMk id="2" creationId="{00000000-0000-0000-0000-000000000000}"/>
            </ac:spMkLst>
          </pc:spChg>
          <pc:spChg chg="del">
            <ac:chgData name="Raghav Mahajan" userId="3dc44063a90db00a" providerId="LiveId" clId="{91AAA4AA-E824-48D1-AAB8-BDAE7ED9A1E8}" dt="2026-03-31T17:33:22.098" v="176"/>
            <ac:spMkLst>
              <pc:docMk/>
              <pc:sldMasterMk cId="78495044" sldId="2147483660"/>
              <pc:sldLayoutMk cId="3502908104" sldId="2147483681"/>
              <ac:spMk id="3" creationId="{00000000-0000-0000-0000-000000000000}"/>
            </ac:spMkLst>
          </pc:spChg>
          <pc:picChg chg="del">
            <ac:chgData name="Raghav Mahajan" userId="3dc44063a90db00a" providerId="LiveId" clId="{91AAA4AA-E824-48D1-AAB8-BDAE7ED9A1E8}" dt="2026-03-31T17:33:22.098" v="176"/>
            <ac:picMkLst>
              <pc:docMk/>
              <pc:sldMasterMk cId="78495044" sldId="2147483660"/>
              <pc:sldLayoutMk cId="3502908104" sldId="2147483681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54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553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788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066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67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488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530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446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438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984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9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789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630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21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242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054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85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531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995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388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67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90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rineng.2022.100717" TargetMode="External"/><Relationship Id="rId2" Type="http://schemas.openxmlformats.org/officeDocument/2006/relationships/hyperlink" Target="https://doi.org/10.1016/j.asr.2024.08.056" TargetMode="Externa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doi.org/10.1016/j.actaastro.2015.05.013" TargetMode="External"/><Relationship Id="rId4" Type="http://schemas.openxmlformats.org/officeDocument/2006/relationships/hyperlink" Target="https://doi.org/10.3390/app1210527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2174922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Quaternion-Based Reaction Wheel Attitude Control for Satellites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6324124" y="48326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Review-2 Technical Presentation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6324124" y="548485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Team Name - REGEL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Raghav Mahajan 23BME0456, Vedant Singh 23BME0456, Pranav Subhash 23BME0481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 Systems BMEE330L</a:t>
            </a:r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99335-E809-EE9C-EB92-46E07DC83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76" y="527432"/>
            <a:ext cx="5582429" cy="2591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68585B-9978-CAAE-8B04-286D4A3E9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61" y="3774876"/>
            <a:ext cx="4791744" cy="3419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1297" y="3558963"/>
            <a:ext cx="4414361" cy="551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 Statement</a:t>
            </a:r>
            <a:endParaRPr lang="en-US" sz="3450"/>
          </a:p>
        </p:txBody>
      </p:sp>
      <p:sp>
        <p:nvSpPr>
          <p:cNvPr id="4" name="Text 1"/>
          <p:cNvSpPr/>
          <p:nvPr/>
        </p:nvSpPr>
        <p:spPr>
          <a:xfrm>
            <a:off x="7443564" y="1659321"/>
            <a:ext cx="310526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Attitude Control is Critical</a:t>
            </a:r>
            <a:endParaRPr lang="en-US" sz="1700"/>
          </a:p>
        </p:txBody>
      </p:sp>
      <p:sp>
        <p:nvSpPr>
          <p:cNvPr id="5" name="Text 2"/>
          <p:cNvSpPr/>
          <p:nvPr/>
        </p:nvSpPr>
        <p:spPr>
          <a:xfrm>
            <a:off x="7443564" y="2082111"/>
            <a:ext cx="6515504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>
                <a:latin typeface="Quattrocento"/>
                <a:ea typeface="Quattrocento" pitchFamily="34" charset="-122"/>
                <a:cs typeface="Quattrocento" pitchFamily="34" charset="-120"/>
              </a:rPr>
              <a:t>Satellites require precise orientation control to maintain proper alignment for communication, Earth observation, and scientific measurements. Without active control, external disturbances cause uncontrolled rotation.</a:t>
            </a:r>
            <a:endParaRPr lang="en-US" sz="1450">
              <a:latin typeface="Quattrocen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43564" y="3834950"/>
            <a:ext cx="2306717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Common Disturbances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7443564" y="4257740"/>
            <a:ext cx="6515504" cy="202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Gravity gradient torque from Earth's non-uniform gravitational field</a:t>
            </a:r>
            <a:endParaRPr lang="en-US" sz="145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Solar radiation pressure acting on satellite surfaces</a:t>
            </a:r>
            <a:endParaRPr lang="en-US" sz="145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Magnetic torques from interaction with Earth's magnetic field</a:t>
            </a:r>
            <a:endParaRPr lang="en-US" sz="145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Residual atmospheric drag at low altitudes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2118" y="716994"/>
            <a:ext cx="6261616" cy="63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Motivation and Idea Source</a:t>
            </a:r>
            <a:endParaRPr lang="en-US" sz="3950"/>
          </a:p>
        </p:txBody>
      </p:sp>
      <p:sp>
        <p:nvSpPr>
          <p:cNvPr id="4" name="Shape 1"/>
          <p:cNvSpPr/>
          <p:nvPr/>
        </p:nvSpPr>
        <p:spPr>
          <a:xfrm>
            <a:off x="752118" y="1638300"/>
            <a:ext cx="3723442" cy="3330059"/>
          </a:xfrm>
          <a:prstGeom prst="roundRect">
            <a:avLst>
              <a:gd name="adj" fmla="val 968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66907" y="1853089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91" y="2030254"/>
            <a:ext cx="290036" cy="2900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6907" y="2690574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Research Foundation</a:t>
            </a:r>
            <a:endParaRPr lang="en-US" sz="1950"/>
          </a:p>
        </p:txBody>
      </p:sp>
      <p:sp>
        <p:nvSpPr>
          <p:cNvPr id="8" name="Text 4"/>
          <p:cNvSpPr/>
          <p:nvPr/>
        </p:nvSpPr>
        <p:spPr>
          <a:xfrm>
            <a:off x="966907" y="3122414"/>
            <a:ext cx="3293864" cy="163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concept derived from spacecraft control literature and IEEE papers on quaternion-based control systems for small satellites.</a:t>
            </a:r>
            <a:endParaRPr lang="en-US" sz="1650"/>
          </a:p>
        </p:txBody>
      </p:sp>
      <p:sp>
        <p:nvSpPr>
          <p:cNvPr id="9" name="Shape 5"/>
          <p:cNvSpPr/>
          <p:nvPr/>
        </p:nvSpPr>
        <p:spPr>
          <a:xfrm>
            <a:off x="4668441" y="1638300"/>
            <a:ext cx="3723442" cy="3330059"/>
          </a:xfrm>
          <a:prstGeom prst="roundRect">
            <a:avLst>
              <a:gd name="adj" fmla="val 968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4883229" y="1853089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0513" y="2030254"/>
            <a:ext cx="290036" cy="2900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3229" y="2690574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Proven Technology</a:t>
            </a:r>
            <a:endParaRPr lang="en-US" sz="1950"/>
          </a:p>
        </p:txBody>
      </p:sp>
      <p:sp>
        <p:nvSpPr>
          <p:cNvPr id="13" name="Text 8"/>
          <p:cNvSpPr/>
          <p:nvPr/>
        </p:nvSpPr>
        <p:spPr>
          <a:xfrm>
            <a:off x="4883229" y="3122414"/>
            <a:ext cx="3293864" cy="163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Reaction wheels selected as primary actuators due to reliability, precision, and widespread use in CubeSats and larger spacecraft.</a:t>
            </a:r>
            <a:endParaRPr lang="en-US" sz="1650"/>
          </a:p>
        </p:txBody>
      </p:sp>
      <p:sp>
        <p:nvSpPr>
          <p:cNvPr id="14" name="Shape 9"/>
          <p:cNvSpPr/>
          <p:nvPr/>
        </p:nvSpPr>
        <p:spPr>
          <a:xfrm>
            <a:off x="752118" y="5161240"/>
            <a:ext cx="7639764" cy="2351365"/>
          </a:xfrm>
          <a:prstGeom prst="roundRect">
            <a:avLst>
              <a:gd name="adj" fmla="val 137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966907" y="5376029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91" y="5553194"/>
            <a:ext cx="290036" cy="2900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6907" y="6213515"/>
            <a:ext cx="266723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Advanced Mathematics</a:t>
            </a:r>
            <a:endParaRPr lang="en-US" sz="1950"/>
          </a:p>
        </p:txBody>
      </p:sp>
      <p:sp>
        <p:nvSpPr>
          <p:cNvPr id="18" name="Text 12"/>
          <p:cNvSpPr/>
          <p:nvPr/>
        </p:nvSpPr>
        <p:spPr>
          <a:xfrm>
            <a:off x="966907" y="6645354"/>
            <a:ext cx="7210187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representation chosen over Euler angles to avoid singularities and enable efficient attitude computation.</a:t>
            </a:r>
            <a:endParaRPr lang="en-US" sz="1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0828" y="544116"/>
            <a:ext cx="4640818" cy="58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Overview</a:t>
            </a:r>
            <a:endParaRPr lang="en-US" sz="3650"/>
          </a:p>
        </p:txBody>
      </p:sp>
      <p:sp>
        <p:nvSpPr>
          <p:cNvPr id="3" name="Text 1"/>
          <p:cNvSpPr/>
          <p:nvPr/>
        </p:nvSpPr>
        <p:spPr>
          <a:xfrm>
            <a:off x="910828" y="1449110"/>
            <a:ext cx="12808744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attitude control system operates through a closed-loop feedback mechanism that continuously adjusts satellite orientation using reaction wheel momentum.</a:t>
            </a:r>
            <a:endParaRPr lang="en-US" sz="15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73" y="2207419"/>
            <a:ext cx="12703135" cy="5477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8300" y="6657149"/>
            <a:ext cx="2872740" cy="33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Reaction Wheel Torque</a:t>
            </a:r>
            <a:endParaRPr lang="en-US" sz="2100"/>
          </a:p>
        </p:txBody>
      </p:sp>
      <p:sp>
        <p:nvSpPr>
          <p:cNvPr id="6" name="Text 3"/>
          <p:cNvSpPr/>
          <p:nvPr/>
        </p:nvSpPr>
        <p:spPr>
          <a:xfrm>
            <a:off x="1818300" y="5389092"/>
            <a:ext cx="2712231" cy="33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PD Controller</a:t>
            </a:r>
            <a:endParaRPr lang="en-US" sz="2100"/>
          </a:p>
        </p:txBody>
      </p:sp>
      <p:sp>
        <p:nvSpPr>
          <p:cNvPr id="7" name="Text 4"/>
          <p:cNvSpPr/>
          <p:nvPr/>
        </p:nvSpPr>
        <p:spPr>
          <a:xfrm>
            <a:off x="1818300" y="4133845"/>
            <a:ext cx="2712231" cy="33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Error</a:t>
            </a:r>
            <a:endParaRPr lang="en-US" sz="2100"/>
          </a:p>
        </p:txBody>
      </p:sp>
      <p:sp>
        <p:nvSpPr>
          <p:cNvPr id="8" name="Text 5"/>
          <p:cNvSpPr/>
          <p:nvPr/>
        </p:nvSpPr>
        <p:spPr>
          <a:xfrm>
            <a:off x="1818300" y="2865789"/>
            <a:ext cx="2712231" cy="33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Desired Orientation</a:t>
            </a:r>
            <a:endParaRPr lang="en-US" sz="2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42B47F-5BF7-154C-2FD7-D9AED922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069" y="7777138"/>
            <a:ext cx="1867161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037" y="295752"/>
            <a:ext cx="38428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Reaction Wheel Configuration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295037" y="1297603"/>
            <a:ext cx="2271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Pyramidal Four-Wheel Architecture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5037" y="1559243"/>
            <a:ext cx="7020164" cy="1102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system employs four reaction wheels arranged in a pyramid configuration with one wheel along each axis and a fourth wheel at an angle, providing redundancy and three-axis control capability.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295037" y="3132474"/>
            <a:ext cx="1724501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Advantages of Redundancy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5037" y="3487533"/>
            <a:ext cx="4950023" cy="304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Single wheel failure tolerance maintains partial functionality</a:t>
            </a:r>
            <a:endParaRPr lang="en-US" sz="160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Improved torque distribution and momentum management</a:t>
            </a:r>
            <a:endParaRPr lang="en-US" sz="160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control authority across all rotational axes</a:t>
            </a:r>
            <a:endParaRPr lang="en-US" sz="160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Balanced mass distribution reduces structural vibrations</a:t>
            </a:r>
            <a:endParaRPr lang="en-US" sz="1600"/>
          </a:p>
        </p:txBody>
      </p:sp>
      <p:pic>
        <p:nvPicPr>
          <p:cNvPr id="1026" name="Picture 2" descr="Configuration of four reaction wheels. | Download Scientific Diagram">
            <a:extLst>
              <a:ext uri="{FF2B5EF4-FFF2-40B4-BE49-F238E27FC236}">
                <a16:creationId xmlns:a16="http://schemas.microsoft.com/office/drawing/2014/main" id="{0ED53327-23DD-3D76-F8B7-96C2AE70C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538" y="295752"/>
            <a:ext cx="2400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A9068E80-D42E-7261-7820-5051BB1A7324}"/>
              </a:ext>
            </a:extLst>
          </p:cNvPr>
          <p:cNvSpPr/>
          <p:nvPr/>
        </p:nvSpPr>
        <p:spPr>
          <a:xfrm>
            <a:off x="6827809" y="5954094"/>
            <a:ext cx="959137" cy="81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5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AF3D0E80-5833-89F2-82F0-75E623DB98E0}"/>
              </a:ext>
            </a:extLst>
          </p:cNvPr>
          <p:cNvSpPr/>
          <p:nvPr/>
        </p:nvSpPr>
        <p:spPr>
          <a:xfrm>
            <a:off x="3068337" y="3153265"/>
            <a:ext cx="1624778" cy="2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X-Axis Wheel</a:t>
            </a:r>
            <a:endParaRPr lang="en-US" sz="125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4D26DB1-46E3-CA5E-C78C-5B6FBF153AB0}"/>
              </a:ext>
            </a:extLst>
          </p:cNvPr>
          <p:cNvSpPr/>
          <p:nvPr/>
        </p:nvSpPr>
        <p:spPr>
          <a:xfrm>
            <a:off x="3068337" y="3386935"/>
            <a:ext cx="1680409" cy="12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Primary roll control wheel</a:t>
            </a:r>
            <a:endParaRPr lang="en-US" sz="105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0E740CD4-9234-3999-256E-8D6590574898}"/>
              </a:ext>
            </a:extLst>
          </p:cNvPr>
          <p:cNvSpPr/>
          <p:nvPr/>
        </p:nvSpPr>
        <p:spPr>
          <a:xfrm>
            <a:off x="9097082" y="3153265"/>
            <a:ext cx="1624779" cy="2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Y-Axis Wheel</a:t>
            </a:r>
            <a:endParaRPr lang="en-US" sz="125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A041909-5C8B-D002-93F8-1A66FECFCF9C}"/>
              </a:ext>
            </a:extLst>
          </p:cNvPr>
          <p:cNvSpPr/>
          <p:nvPr/>
        </p:nvSpPr>
        <p:spPr>
          <a:xfrm>
            <a:off x="9097082" y="3356242"/>
            <a:ext cx="1680409" cy="25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Primary pitch control wheel</a:t>
            </a:r>
            <a:endParaRPr lang="en-US" sz="105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1783FD4-BEF1-6D86-C833-7EB76DFA6E25}"/>
              </a:ext>
            </a:extLst>
          </p:cNvPr>
          <p:cNvSpPr/>
          <p:nvPr/>
        </p:nvSpPr>
        <p:spPr>
          <a:xfrm>
            <a:off x="3035013" y="4974846"/>
            <a:ext cx="1624778" cy="2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Z-Axis Wheel</a:t>
            </a:r>
            <a:endParaRPr lang="en-US" sz="125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05A08DE-016C-683C-5653-F28DFE7CC17B}"/>
              </a:ext>
            </a:extLst>
          </p:cNvPr>
          <p:cNvSpPr/>
          <p:nvPr/>
        </p:nvSpPr>
        <p:spPr>
          <a:xfrm>
            <a:off x="3035013" y="5239208"/>
            <a:ext cx="1680409" cy="129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Primary yaw control wheel</a:t>
            </a:r>
            <a:endParaRPr lang="en-US" sz="105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F6A3738C-0EF4-E9A3-61F2-8197581F8543}"/>
              </a:ext>
            </a:extLst>
          </p:cNvPr>
          <p:cNvSpPr/>
          <p:nvPr/>
        </p:nvSpPr>
        <p:spPr>
          <a:xfrm>
            <a:off x="9152712" y="4974846"/>
            <a:ext cx="1624779" cy="2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54.7° Offset Wheel</a:t>
            </a:r>
            <a:endParaRPr lang="en-US" sz="125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4A8AF03-CCCE-6068-8781-515C3F24ACFA}"/>
              </a:ext>
            </a:extLst>
          </p:cNvPr>
          <p:cNvSpPr/>
          <p:nvPr/>
        </p:nvSpPr>
        <p:spPr>
          <a:xfrm>
            <a:off x="9152712" y="5239208"/>
            <a:ext cx="1680409" cy="25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Diagonal wheel for redundancy</a:t>
            </a:r>
            <a:endParaRPr lang="en-US" sz="105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2794090C-694D-2E2B-74CB-CBB6F7DA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787" y="2275504"/>
            <a:ext cx="7772757" cy="40357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AC6A3C0-C214-B12C-7183-02F4794240D0}"/>
              </a:ext>
            </a:extLst>
          </p:cNvPr>
          <p:cNvSpPr txBox="1"/>
          <p:nvPr/>
        </p:nvSpPr>
        <p:spPr>
          <a:xfrm>
            <a:off x="6264166" y="3830461"/>
            <a:ext cx="1524000" cy="92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8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Pyramidal Four-Wheel Reaction System</a:t>
            </a:r>
            <a:endParaRPr lang="en-US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3555D2-0863-BE72-3CB6-82925F43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239" y="7758088"/>
            <a:ext cx="1867161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3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8" y="655558"/>
            <a:ext cx="5585936" cy="69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Mathematical Model</a:t>
            </a:r>
            <a:endParaRPr lang="en-US" sz="4350"/>
          </a:p>
        </p:txBody>
      </p:sp>
      <p:sp>
        <p:nvSpPr>
          <p:cNvPr id="3" name="Shape 1"/>
          <p:cNvSpPr/>
          <p:nvPr/>
        </p:nvSpPr>
        <p:spPr>
          <a:xfrm>
            <a:off x="830818" y="2180630"/>
            <a:ext cx="4165997" cy="3716417"/>
          </a:xfrm>
          <a:prstGeom prst="roundRect">
            <a:avLst>
              <a:gd name="adj" fmla="val 3937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0818" y="2150150"/>
            <a:ext cx="4165997" cy="121920"/>
          </a:xfrm>
          <a:prstGeom prst="roundRect">
            <a:avLst>
              <a:gd name="adj" fmla="val 29208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7760" y="1824633"/>
            <a:ext cx="712113" cy="712113"/>
          </a:xfrm>
          <a:prstGeom prst="roundRect">
            <a:avLst>
              <a:gd name="adj" fmla="val 128407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71358" y="2002631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098590" y="2774037"/>
            <a:ext cx="292334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Kinematics</a:t>
            </a:r>
            <a:endParaRPr lang="en-US" sz="2150"/>
          </a:p>
        </p:txBody>
      </p:sp>
      <p:sp>
        <p:nvSpPr>
          <p:cNvPr id="8" name="Text 6"/>
          <p:cNvSpPr/>
          <p:nvPr/>
        </p:nvSpPr>
        <p:spPr>
          <a:xfrm>
            <a:off x="1098590" y="3421023"/>
            <a:ext cx="363045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90" y="3421023"/>
            <a:ext cx="3630454" cy="7755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8590" y="4494490"/>
            <a:ext cx="3630454" cy="1134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representation avoids gimbal lock and enables smooth rotation interpolation</a:t>
            </a:r>
            <a:endParaRPr lang="en-US" sz="1850"/>
          </a:p>
        </p:txBody>
      </p:sp>
      <p:sp>
        <p:nvSpPr>
          <p:cNvPr id="11" name="Shape 8"/>
          <p:cNvSpPr/>
          <p:nvPr/>
        </p:nvSpPr>
        <p:spPr>
          <a:xfrm>
            <a:off x="5232202" y="2180630"/>
            <a:ext cx="4165997" cy="3716417"/>
          </a:xfrm>
          <a:prstGeom prst="roundRect">
            <a:avLst>
              <a:gd name="adj" fmla="val 3937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232202" y="2150150"/>
            <a:ext cx="4165997" cy="121920"/>
          </a:xfrm>
          <a:prstGeom prst="roundRect">
            <a:avLst>
              <a:gd name="adj" fmla="val 29208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959144" y="1824633"/>
            <a:ext cx="712113" cy="712113"/>
          </a:xfrm>
          <a:prstGeom prst="roundRect">
            <a:avLst>
              <a:gd name="adj" fmla="val 128407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72742" y="2002631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200"/>
          </a:p>
        </p:txBody>
      </p:sp>
      <p:sp>
        <p:nvSpPr>
          <p:cNvPr id="15" name="Text 12"/>
          <p:cNvSpPr/>
          <p:nvPr/>
        </p:nvSpPr>
        <p:spPr>
          <a:xfrm>
            <a:off x="5499973" y="2774037"/>
            <a:ext cx="279296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Rotational Dynamics</a:t>
            </a:r>
            <a:endParaRPr lang="en-US" sz="2150"/>
          </a:p>
        </p:txBody>
      </p:sp>
      <p:sp>
        <p:nvSpPr>
          <p:cNvPr id="16" name="Text 13"/>
          <p:cNvSpPr/>
          <p:nvPr/>
        </p:nvSpPr>
        <p:spPr>
          <a:xfrm>
            <a:off x="5499973" y="3421023"/>
            <a:ext cx="363045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973" y="3421023"/>
            <a:ext cx="3630454" cy="4105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99973" y="4129445"/>
            <a:ext cx="3630454" cy="1134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Rigid body dynamics governed by moment of inertia and applied control torque</a:t>
            </a:r>
            <a:endParaRPr lang="en-US" sz="1850"/>
          </a:p>
        </p:txBody>
      </p:sp>
      <p:sp>
        <p:nvSpPr>
          <p:cNvPr id="19" name="Shape 15"/>
          <p:cNvSpPr/>
          <p:nvPr/>
        </p:nvSpPr>
        <p:spPr>
          <a:xfrm>
            <a:off x="9633585" y="2180630"/>
            <a:ext cx="4165997" cy="3716417"/>
          </a:xfrm>
          <a:prstGeom prst="roundRect">
            <a:avLst>
              <a:gd name="adj" fmla="val 3937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9633585" y="2150150"/>
            <a:ext cx="4165997" cy="121920"/>
          </a:xfrm>
          <a:prstGeom prst="roundRect">
            <a:avLst>
              <a:gd name="adj" fmla="val 29208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60527" y="1824633"/>
            <a:ext cx="712113" cy="712113"/>
          </a:xfrm>
          <a:prstGeom prst="roundRect">
            <a:avLst>
              <a:gd name="adj" fmla="val 128407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11574125" y="2002631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200"/>
          </a:p>
        </p:txBody>
      </p:sp>
      <p:sp>
        <p:nvSpPr>
          <p:cNvPr id="23" name="Text 19"/>
          <p:cNvSpPr/>
          <p:nvPr/>
        </p:nvSpPr>
        <p:spPr>
          <a:xfrm>
            <a:off x="9901357" y="2774037"/>
            <a:ext cx="279296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Momentum Exchange</a:t>
            </a:r>
            <a:endParaRPr lang="en-US" sz="2150"/>
          </a:p>
        </p:txBody>
      </p:sp>
      <p:sp>
        <p:nvSpPr>
          <p:cNvPr id="24" name="Text 20"/>
          <p:cNvSpPr/>
          <p:nvPr/>
        </p:nvSpPr>
        <p:spPr>
          <a:xfrm>
            <a:off x="9901357" y="3421023"/>
            <a:ext cx="363045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357" y="3421023"/>
            <a:ext cx="3630454" cy="41052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901357" y="4129445"/>
            <a:ext cx="3630454" cy="1134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Reaction wheel angular momentum produces equal and opposite satellite torque</a:t>
            </a:r>
            <a:endParaRPr lang="en-US" sz="1850"/>
          </a:p>
        </p:txBody>
      </p:sp>
      <p:sp>
        <p:nvSpPr>
          <p:cNvPr id="29" name="Text 23"/>
          <p:cNvSpPr/>
          <p:nvPr/>
        </p:nvSpPr>
        <p:spPr>
          <a:xfrm>
            <a:off x="1602105" y="6456521"/>
            <a:ext cx="11960185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185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9A3C04A-EAEA-2943-E630-A90C36D44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4325" y="7768947"/>
            <a:ext cx="1867161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6254" y="1173718"/>
            <a:ext cx="3403997" cy="42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 Algorithm</a:t>
            </a:r>
            <a:endParaRPr lang="en-US" sz="2650"/>
          </a:p>
        </p:txBody>
      </p:sp>
      <p:sp>
        <p:nvSpPr>
          <p:cNvPr id="4" name="Text 1"/>
          <p:cNvSpPr/>
          <p:nvPr/>
        </p:nvSpPr>
        <p:spPr>
          <a:xfrm>
            <a:off x="506254" y="1634014"/>
            <a:ext cx="357449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Proportional-Derivative Controller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6254" y="1977866"/>
            <a:ext cx="8131493" cy="37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PD controller computes control torque based on attitude error and angular velocity feedback, providing stable and responsive attitude correction.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54" y="2447449"/>
            <a:ext cx="723305" cy="8679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6950" y="2592110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Error</a:t>
            </a:r>
            <a:endParaRPr lang="en-US" sz="1300"/>
          </a:p>
        </p:txBody>
      </p:sp>
      <p:sp>
        <p:nvSpPr>
          <p:cNvPr id="8" name="Text 4"/>
          <p:cNvSpPr/>
          <p:nvPr/>
        </p:nvSpPr>
        <p:spPr>
          <a:xfrm>
            <a:off x="1316950" y="2857262"/>
            <a:ext cx="7320796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 </a:t>
            </a:r>
            <a:r>
              <a:rPr lang="en-IN" sz="1100"/>
              <a:t>qe​=qd​⊗q−1</a:t>
            </a:r>
            <a:endParaRPr lang="en-US" sz="11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54" y="3315414"/>
            <a:ext cx="723305" cy="8679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16950" y="3460075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Proportional Term</a:t>
            </a:r>
            <a:endParaRPr lang="en-US" sz="1300"/>
          </a:p>
        </p:txBody>
      </p:sp>
      <p:sp>
        <p:nvSpPr>
          <p:cNvPr id="11" name="Text 6"/>
          <p:cNvSpPr/>
          <p:nvPr/>
        </p:nvSpPr>
        <p:spPr>
          <a:xfrm>
            <a:off x="1316950" y="3740646"/>
            <a:ext cx="7320796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100"/>
              <a:t>Tp​=−kp​qe,vec​</a:t>
            </a:r>
            <a:endParaRPr lang="en-US" sz="11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4" y="4183380"/>
            <a:ext cx="723305" cy="8679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16950" y="4328041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Derivative Term</a:t>
            </a:r>
            <a:endParaRPr lang="en-US" sz="1300"/>
          </a:p>
        </p:txBody>
      </p:sp>
      <p:sp>
        <p:nvSpPr>
          <p:cNvPr id="14" name="Text 8"/>
          <p:cNvSpPr/>
          <p:nvPr/>
        </p:nvSpPr>
        <p:spPr>
          <a:xfrm>
            <a:off x="1316950" y="4582419"/>
            <a:ext cx="7320796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100"/>
              <a:t>Td​=−kd​</a:t>
            </a:r>
            <a:r>
              <a:rPr lang="el-GR" sz="1100"/>
              <a:t>ω</a:t>
            </a:r>
            <a:endParaRPr lang="en-US" sz="11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54" y="5051346"/>
            <a:ext cx="723305" cy="8679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16950" y="5196007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 Torque</a:t>
            </a:r>
            <a:endParaRPr lang="en-US" sz="1300"/>
          </a:p>
        </p:txBody>
      </p:sp>
      <p:sp>
        <p:nvSpPr>
          <p:cNvPr id="17" name="Text 10"/>
          <p:cNvSpPr/>
          <p:nvPr/>
        </p:nvSpPr>
        <p:spPr>
          <a:xfrm>
            <a:off x="1316950" y="5461159"/>
            <a:ext cx="7320796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100"/>
              <a:t>T=Tp​+Td​</a:t>
            </a:r>
            <a:endParaRPr lang="en-US" sz="1100"/>
          </a:p>
        </p:txBody>
      </p:sp>
      <p:sp>
        <p:nvSpPr>
          <p:cNvPr id="18" name="Text 11"/>
          <p:cNvSpPr/>
          <p:nvPr/>
        </p:nvSpPr>
        <p:spPr>
          <a:xfrm>
            <a:off x="506254" y="6105049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Gain Selection</a:t>
            </a:r>
            <a:endParaRPr lang="en-US" sz="1300"/>
          </a:p>
        </p:txBody>
      </p:sp>
      <p:sp>
        <p:nvSpPr>
          <p:cNvPr id="19" name="Text 12"/>
          <p:cNvSpPr/>
          <p:nvPr/>
        </p:nvSpPr>
        <p:spPr>
          <a:xfrm>
            <a:off x="506254" y="6405205"/>
            <a:ext cx="3889296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Proportional gain </a:t>
            </a:r>
            <a:r>
              <a:rPr lang="en-US" sz="1100" i="1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k_p</a:t>
            </a: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determines stiffness and response speed. Derivative gain </a:t>
            </a:r>
            <a:r>
              <a:rPr lang="en-US" sz="1100" i="1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k_d</a:t>
            </a: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provides damping and stability. Values tuned through simulation and eigenvalue analysis.</a:t>
            </a:r>
            <a:endParaRPr lang="en-US" sz="1100"/>
          </a:p>
        </p:txBody>
      </p:sp>
      <p:sp>
        <p:nvSpPr>
          <p:cNvPr id="20" name="Text 13"/>
          <p:cNvSpPr/>
          <p:nvPr/>
        </p:nvSpPr>
        <p:spPr>
          <a:xfrm>
            <a:off x="4756071" y="6105049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Stability Properties</a:t>
            </a:r>
            <a:endParaRPr lang="en-US" sz="1300"/>
          </a:p>
        </p:txBody>
      </p:sp>
      <p:sp>
        <p:nvSpPr>
          <p:cNvPr id="21" name="Text 14"/>
          <p:cNvSpPr/>
          <p:nvPr/>
        </p:nvSpPr>
        <p:spPr>
          <a:xfrm>
            <a:off x="4756071" y="6405205"/>
            <a:ext cx="3889296" cy="55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PD controller guarantees asymptotic stability for attitude regulation. Lyapunov analysis confirms bounded error convergence to zero equilibrium point.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9343" y="500420"/>
            <a:ext cx="4298871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Block Diagram</a:t>
            </a:r>
            <a:endParaRPr lang="en-US" sz="33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028" y="1311593"/>
            <a:ext cx="8084344" cy="6417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8149" y="4022768"/>
            <a:ext cx="1452812" cy="93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Satellite Attitude Control</a:t>
            </a:r>
            <a:endParaRPr lang="en-US" sz="1950"/>
          </a:p>
        </p:txBody>
      </p:sp>
      <p:sp>
        <p:nvSpPr>
          <p:cNvPr id="5" name="Text 2"/>
          <p:cNvSpPr/>
          <p:nvPr/>
        </p:nvSpPr>
        <p:spPr>
          <a:xfrm>
            <a:off x="8007338" y="1813098"/>
            <a:ext cx="2161316" cy="62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Desired quaternion</a:t>
            </a:r>
            <a:endParaRPr lang="en-US" sz="1950"/>
          </a:p>
        </p:txBody>
      </p:sp>
      <p:sp>
        <p:nvSpPr>
          <p:cNvPr id="6" name="Text 3"/>
          <p:cNvSpPr/>
          <p:nvPr/>
        </p:nvSpPr>
        <p:spPr>
          <a:xfrm>
            <a:off x="8007338" y="2532491"/>
            <a:ext cx="2161316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Reference attitude input</a:t>
            </a:r>
            <a:endParaRPr lang="en-US" sz="1650"/>
          </a:p>
        </p:txBody>
      </p:sp>
      <p:sp>
        <p:nvSpPr>
          <p:cNvPr id="7" name="Text 4"/>
          <p:cNvSpPr/>
          <p:nvPr/>
        </p:nvSpPr>
        <p:spPr>
          <a:xfrm>
            <a:off x="4404836" y="1969416"/>
            <a:ext cx="2161316" cy="312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Satellite dynamics</a:t>
            </a:r>
            <a:endParaRPr lang="en-US" sz="1950"/>
          </a:p>
        </p:txBody>
      </p:sp>
      <p:sp>
        <p:nvSpPr>
          <p:cNvPr id="8" name="Text 5"/>
          <p:cNvSpPr/>
          <p:nvPr/>
        </p:nvSpPr>
        <p:spPr>
          <a:xfrm>
            <a:off x="4404836" y="2376358"/>
            <a:ext cx="2161316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Orientation changes feed sensors</a:t>
            </a:r>
            <a:endParaRPr lang="en-US" sz="1650"/>
          </a:p>
        </p:txBody>
      </p:sp>
      <p:sp>
        <p:nvSpPr>
          <p:cNvPr id="9" name="Text 6"/>
          <p:cNvSpPr/>
          <p:nvPr/>
        </p:nvSpPr>
        <p:spPr>
          <a:xfrm>
            <a:off x="4404836" y="6186115"/>
            <a:ext cx="2161316" cy="312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PD controller</a:t>
            </a:r>
            <a:endParaRPr lang="en-US" sz="1950"/>
          </a:p>
        </p:txBody>
      </p:sp>
      <p:sp>
        <p:nvSpPr>
          <p:cNvPr id="10" name="Text 7"/>
          <p:cNvSpPr/>
          <p:nvPr/>
        </p:nvSpPr>
        <p:spPr>
          <a:xfrm>
            <a:off x="4404836" y="6593058"/>
            <a:ext cx="2161316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Generates torque commands</a:t>
            </a:r>
            <a:endParaRPr lang="en-US" sz="1650"/>
          </a:p>
        </p:txBody>
      </p:sp>
      <p:sp>
        <p:nvSpPr>
          <p:cNvPr id="11" name="Text 8"/>
          <p:cNvSpPr/>
          <p:nvPr/>
        </p:nvSpPr>
        <p:spPr>
          <a:xfrm>
            <a:off x="8007338" y="6186115"/>
            <a:ext cx="2161316" cy="312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error</a:t>
            </a:r>
            <a:endParaRPr lang="en-US" sz="1950"/>
          </a:p>
        </p:txBody>
      </p:sp>
      <p:sp>
        <p:nvSpPr>
          <p:cNvPr id="12" name="Text 9"/>
          <p:cNvSpPr/>
          <p:nvPr/>
        </p:nvSpPr>
        <p:spPr>
          <a:xfrm>
            <a:off x="8007338" y="6593058"/>
            <a:ext cx="2161316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Desired minus measured</a:t>
            </a:r>
            <a:endParaRPr lang="en-US" sz="1650"/>
          </a:p>
        </p:txBody>
      </p:sp>
      <p:sp>
        <p:nvSpPr>
          <p:cNvPr id="13" name="Text 10"/>
          <p:cNvSpPr/>
          <p:nvPr/>
        </p:nvSpPr>
        <p:spPr>
          <a:xfrm>
            <a:off x="8786896" y="3891919"/>
            <a:ext cx="2208563" cy="62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Measured quaternion</a:t>
            </a:r>
            <a:endParaRPr lang="en-US" sz="1950"/>
          </a:p>
        </p:txBody>
      </p:sp>
      <p:sp>
        <p:nvSpPr>
          <p:cNvPr id="14" name="Text 11"/>
          <p:cNvSpPr/>
          <p:nvPr/>
        </p:nvSpPr>
        <p:spPr>
          <a:xfrm>
            <a:off x="8786896" y="4611312"/>
            <a:ext cx="2208563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Sensor-derived current attitude</a:t>
            </a:r>
            <a:endParaRPr lang="en-US" sz="1650"/>
          </a:p>
        </p:txBody>
      </p:sp>
      <p:sp>
        <p:nvSpPr>
          <p:cNvPr id="15" name="Text 12"/>
          <p:cNvSpPr/>
          <p:nvPr/>
        </p:nvSpPr>
        <p:spPr>
          <a:xfrm>
            <a:off x="3613467" y="4060048"/>
            <a:ext cx="2208563" cy="312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Reaction wheels</a:t>
            </a:r>
            <a:endParaRPr lang="en-US" sz="1950"/>
          </a:p>
        </p:txBody>
      </p:sp>
      <p:sp>
        <p:nvSpPr>
          <p:cNvPr id="16" name="Text 13"/>
          <p:cNvSpPr/>
          <p:nvPr/>
        </p:nvSpPr>
        <p:spPr>
          <a:xfrm>
            <a:off x="3613467" y="4466991"/>
            <a:ext cx="2208563" cy="46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Four wheels distribute torque</a:t>
            </a:r>
            <a:endParaRPr lang="en-US" sz="165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66A5C8-BAC9-69AF-A0EF-E5D47B156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944" y="7651269"/>
            <a:ext cx="2508569" cy="473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9753" y="1275517"/>
            <a:ext cx="3279219" cy="40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Code Implementation</a:t>
            </a:r>
            <a:endParaRPr lang="en-US" sz="2550"/>
          </a:p>
        </p:txBody>
      </p:sp>
      <p:sp>
        <p:nvSpPr>
          <p:cNvPr id="3" name="Text 1"/>
          <p:cNvSpPr/>
          <p:nvPr/>
        </p:nvSpPr>
        <p:spPr>
          <a:xfrm>
            <a:off x="2789753" y="1847612"/>
            <a:ext cx="9050774" cy="176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Python implementation demonstrates quaternion error calculation, control torque generation, and reaction wheel distribution logic.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2789753" y="2115264"/>
            <a:ext cx="9050774" cy="3561398"/>
          </a:xfrm>
          <a:prstGeom prst="roundRect">
            <a:avLst>
              <a:gd name="adj" fmla="val 587"/>
            </a:avLst>
          </a:prstGeom>
          <a:solidFill>
            <a:srgbClr val="1F40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82848" y="2115264"/>
            <a:ext cx="9064585" cy="3561398"/>
          </a:xfrm>
          <a:prstGeom prst="roundRect">
            <a:avLst>
              <a:gd name="adj" fmla="val 587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>
              <a:highlight>
                <a:srgbClr val="C0C0C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2922151" y="2219682"/>
            <a:ext cx="8785979" cy="335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# Quaternion error calculation
def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calculate_error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q_desired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q_current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):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q_conj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q_current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[0], -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q_current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[1], -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q_current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[2], -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q_current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[3]])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q_error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quaternion_multiply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q_desired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q_conj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)
    return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q_error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
# PD controller implementation
def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pd_controller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q_error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, omega,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kp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kd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):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torque_p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-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kp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q_error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[1:4]  # Proportional term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torque_d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-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kd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* omega         # Derivative term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total_torque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torque_p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torque_d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
    return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total_torque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
# Reaction wheel distribution
def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distribute_torque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(T, B):
    # B is wheel configuration matrix
   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omega_dot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np.linalg.pinv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(B) @ T
    return </a:t>
            </a:r>
            <a:r>
              <a:rPr lang="en-US" sz="105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omega_dot</a:t>
            </a:r>
            <a:r>
              <a:rPr lang="en-US" sz="105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2789753" y="5848945"/>
            <a:ext cx="163961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Functions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2789753" y="6134933"/>
            <a:ext cx="4355306" cy="79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Quaternion multiplication with proper normalization</a:t>
            </a:r>
            <a:endParaRPr lang="en-US" sz="105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Error vector extraction from scalar-vector form</a:t>
            </a:r>
            <a:endParaRPr lang="en-US" sz="105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Matrix pseudoinverse for torque distribution</a:t>
            </a:r>
            <a:endParaRPr lang="en-US" sz="105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Saturation limits preventing wheel overspeed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92722" y="5848945"/>
            <a:ext cx="1664851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Implementation Notes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7492722" y="6134933"/>
            <a:ext cx="4355306" cy="52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Code includes numerical integration for quaternion propagation and checks for singular configurations. Wheel speeds limited to maximum rated RPM with momentum dumping logic.</a:t>
            </a:r>
            <a:endParaRPr lang="en-US" sz="10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7BE7E1-A1A6-E140-D2B7-B4C220A73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0832" y="7653313"/>
            <a:ext cx="2699568" cy="5096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8088" y="-7239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858563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5988487" y="1779746"/>
            <a:ext cx="5496282" cy="42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Simulation Results and Future Work</a:t>
            </a:r>
            <a:endParaRPr lang="en-US" sz="2650"/>
          </a:p>
        </p:txBody>
      </p:sp>
      <p:sp>
        <p:nvSpPr>
          <p:cNvPr id="6" name="Text 2"/>
          <p:cNvSpPr/>
          <p:nvPr/>
        </p:nvSpPr>
        <p:spPr>
          <a:xfrm>
            <a:off x="5988487" y="2416493"/>
            <a:ext cx="1687830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Euler Angle Response</a:t>
            </a:r>
            <a:endParaRPr lang="en-US" sz="1300"/>
          </a:p>
        </p:txBody>
      </p:sp>
      <p:sp>
        <p:nvSpPr>
          <p:cNvPr id="7" name="Text 3"/>
          <p:cNvSpPr/>
          <p:nvPr/>
        </p:nvSpPr>
        <p:spPr>
          <a:xfrm>
            <a:off x="5988487" y="2713434"/>
            <a:ext cx="3894892" cy="55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Simulation shows convergence from initial attitude error to desired orientation within 30 seconds. Oscillations dampened by derivative control term.</a:t>
            </a:r>
            <a:endParaRPr lang="en-US" sz="1100"/>
          </a:p>
        </p:txBody>
      </p:sp>
      <p:sp>
        <p:nvSpPr>
          <p:cNvPr id="8" name="Text 4"/>
          <p:cNvSpPr/>
          <p:nvPr/>
        </p:nvSpPr>
        <p:spPr>
          <a:xfrm>
            <a:off x="10241042" y="2416493"/>
            <a:ext cx="1687830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Wheel Momentum</a:t>
            </a:r>
            <a:endParaRPr lang="en-US" sz="1300"/>
          </a:p>
        </p:txBody>
      </p:sp>
      <p:sp>
        <p:nvSpPr>
          <p:cNvPr id="9" name="Text 5"/>
          <p:cNvSpPr/>
          <p:nvPr/>
        </p:nvSpPr>
        <p:spPr>
          <a:xfrm>
            <a:off x="10241042" y="2713434"/>
            <a:ext cx="3894892" cy="55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Individual reaction wheels demonstrate smooth torque application without saturation. Redundancy allows load sharing during large maneuvers.</a:t>
            </a:r>
            <a:endParaRPr lang="en-US" sz="1100"/>
          </a:p>
        </p:txBody>
      </p:sp>
      <p:sp>
        <p:nvSpPr>
          <p:cNvPr id="10" name="Shape 6"/>
          <p:cNvSpPr/>
          <p:nvPr/>
        </p:nvSpPr>
        <p:spPr>
          <a:xfrm>
            <a:off x="5988487" y="3437811"/>
            <a:ext cx="8139827" cy="946666"/>
          </a:xfrm>
          <a:prstGeom prst="roundRect">
            <a:avLst>
              <a:gd name="adj" fmla="val 7727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973247" y="3437811"/>
            <a:ext cx="60960" cy="946666"/>
          </a:xfrm>
          <a:prstGeom prst="roundRect">
            <a:avLst>
              <a:gd name="adj" fmla="val 35303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192798" y="3596402"/>
            <a:ext cx="1687830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Results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6192798" y="3858935"/>
            <a:ext cx="7776924" cy="36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Software-in-loop simulation validated control law performance. Attitude error reduced to </a:t>
            </a:r>
            <a:r>
              <a:rPr lang="en-US" sz="110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&lt;0.5°</a:t>
            </a:r>
            <a:r>
              <a:rPr lang="en-US" sz="11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steady-state with </a:t>
            </a:r>
            <a:r>
              <a:rPr lang="en-US" sz="110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±5°</a:t>
            </a:r>
            <a:r>
              <a:rPr lang="en-US" sz="11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initial perturbations.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5988487" y="4470440"/>
            <a:ext cx="8139827" cy="946666"/>
          </a:xfrm>
          <a:prstGeom prst="roundRect">
            <a:avLst>
              <a:gd name="adj" fmla="val 7727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973247" y="4470440"/>
            <a:ext cx="60960" cy="946666"/>
          </a:xfrm>
          <a:prstGeom prst="roundRect">
            <a:avLst>
              <a:gd name="adj" fmla="val 35303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192798" y="4629031"/>
            <a:ext cx="1687830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Work</a:t>
            </a:r>
            <a:endParaRPr lang="en-US" sz="1300"/>
          </a:p>
        </p:txBody>
      </p:sp>
      <p:sp>
        <p:nvSpPr>
          <p:cNvPr id="17" name="Text 13"/>
          <p:cNvSpPr/>
          <p:nvPr/>
        </p:nvSpPr>
        <p:spPr>
          <a:xfrm>
            <a:off x="6192798" y="4891564"/>
            <a:ext cx="7776924" cy="36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Hardware implementation on CubeSat platform with flight-rated reaction wheels. Integration with ADCS sensors including magnetometers and sun sensors for autonomous operation.</a:t>
            </a:r>
            <a:endParaRPr lang="en-US" sz="1100"/>
          </a:p>
        </p:txBody>
      </p:sp>
      <p:sp>
        <p:nvSpPr>
          <p:cNvPr id="18" name="Shape 14"/>
          <p:cNvSpPr/>
          <p:nvPr/>
        </p:nvSpPr>
        <p:spPr>
          <a:xfrm>
            <a:off x="5988487" y="5503069"/>
            <a:ext cx="8139827" cy="946666"/>
          </a:xfrm>
          <a:prstGeom prst="roundRect">
            <a:avLst>
              <a:gd name="adj" fmla="val 7727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973247" y="5503069"/>
            <a:ext cx="60960" cy="946666"/>
          </a:xfrm>
          <a:prstGeom prst="roundRect">
            <a:avLst>
              <a:gd name="adj" fmla="val 35303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192798" y="5661660"/>
            <a:ext cx="1687830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Enhancements</a:t>
            </a:r>
            <a:endParaRPr lang="en-US" sz="1300"/>
          </a:p>
        </p:txBody>
      </p:sp>
      <p:sp>
        <p:nvSpPr>
          <p:cNvPr id="21" name="Text 17"/>
          <p:cNvSpPr/>
          <p:nvPr/>
        </p:nvSpPr>
        <p:spPr>
          <a:xfrm>
            <a:off x="6192798" y="5924193"/>
            <a:ext cx="7776924" cy="36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Adaptive gain scheduling for varying inertia conditions. Momentum dumping using magnetic torquers during eclipse periods. Fault detection and isolation for wheel failures.</a:t>
            </a:r>
            <a:endParaRPr lang="en-US" sz="11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A135B9-8F54-9E0E-8B5B-A74C2955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30" y="231155"/>
            <a:ext cx="3906937" cy="33652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267046-BD95-C282-C420-5B8029016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30" y="3935420"/>
            <a:ext cx="4380224" cy="3665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B1521A-306D-C88A-6A1F-1933603F8CAF}"/>
              </a:ext>
            </a:extLst>
          </p:cNvPr>
          <p:cNvSpPr txBox="1"/>
          <p:nvPr/>
        </p:nvSpPr>
        <p:spPr>
          <a:xfrm>
            <a:off x="928089" y="1190512"/>
            <a:ext cx="4340296" cy="3354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20B2A2-67A7-41F7-0FA0-0FFEFB4EC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12465"/>
              </p:ext>
            </p:extLst>
          </p:nvPr>
        </p:nvGraphicFramePr>
        <p:xfrm>
          <a:off x="7196821" y="691152"/>
          <a:ext cx="6850379" cy="68472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13300">
                  <a:extLst>
                    <a:ext uri="{9D8B030D-6E8A-4147-A177-3AD203B41FA5}">
                      <a16:colId xmlns:a16="http://schemas.microsoft.com/office/drawing/2014/main" val="1267909157"/>
                    </a:ext>
                  </a:extLst>
                </a:gridCol>
                <a:gridCol w="1737079">
                  <a:extLst>
                    <a:ext uri="{9D8B030D-6E8A-4147-A177-3AD203B41FA5}">
                      <a16:colId xmlns:a16="http://schemas.microsoft.com/office/drawing/2014/main" val="1455014002"/>
                    </a:ext>
                  </a:extLst>
                </a:gridCol>
              </a:tblGrid>
              <a:tr h="40824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Research Paper</a:t>
                      </a:r>
                      <a:endParaRPr lang="en-IN" sz="1800"/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Impact Factor</a:t>
                      </a:r>
                      <a:endParaRPr lang="en-IN" sz="1800"/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2224338859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https://doi.org/10.1016/j.asr.2024.08.056</a:t>
                      </a:r>
                      <a:endParaRPr lang="en-IN" sz="1800">
                        <a:solidFill>
                          <a:schemeClr val="tx1"/>
                        </a:solidFill>
                      </a:endParaRPr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2.8</a:t>
                      </a:r>
                      <a:r>
                        <a:rPr lang="en-IN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endParaRPr lang="en-US" sz="1800"/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2699834300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https://doi.org/10.1016/j.rineng.2022.100717</a:t>
                      </a:r>
                      <a:endParaRPr lang="en-IN" sz="1800">
                        <a:solidFill>
                          <a:schemeClr val="tx1"/>
                        </a:solidFill>
                      </a:endParaRPr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/>
                        <a:t>7.9</a:t>
                      </a:r>
                      <a:r>
                        <a:rPr lang="en-IN" sz="1800" b="0" i="0" u="none" strike="noStrike" noProof="0"/>
                        <a:t> </a:t>
                      </a:r>
                      <a:endParaRPr lang="en-US" sz="1800"/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1547158052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https://doi.org/10.3390/app12105273</a:t>
                      </a:r>
                      <a:endParaRPr lang="en-IN" sz="1800">
                        <a:solidFill>
                          <a:schemeClr val="tx1"/>
                        </a:solidFill>
                      </a:endParaRPr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  <a:r>
                        <a:rPr lang="en-IN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endParaRPr lang="en-US" sz="1800"/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3684481341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https://doi.org/10.1016/j.actaastro.2014.05.018</a:t>
                      </a:r>
                      <a:endParaRPr lang="en-US" sz="1800"/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3642178084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https://doi.org/10.1016/j.conengprac.2007.02.004</a:t>
                      </a:r>
                      <a:endParaRPr lang="en-US" sz="1800"/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4060410123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https://doi.org/10.1016/j.actaastro.2008.01.007</a:t>
                      </a:r>
                      <a:endParaRPr lang="en-US" sz="1800"/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3175164422"/>
                  </a:ext>
                </a:extLst>
              </a:tr>
              <a:tr h="686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hlinkClick r:id="rId5" tooltip="Persistent link using digital object identifie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https://doi.org/10.1016/j.actaastro.2015.05.013</a:t>
                      </a:r>
                      <a:endParaRPr lang="en-IN" sz="1800">
                        <a:solidFill>
                          <a:schemeClr val="tx1"/>
                        </a:solidFill>
                      </a:endParaRPr>
                    </a:p>
                    <a:p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3.5 </a:t>
                      </a:r>
                      <a:endParaRPr lang="en-US" sz="1800" b="1"/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666217658"/>
                  </a:ext>
                </a:extLst>
              </a:tr>
              <a:tr h="408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https://doi.org/10.1016/j.actaastro.2014.03.004</a:t>
                      </a:r>
                      <a:endParaRPr lang="en-US" sz="1800"/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2358768757"/>
                  </a:ext>
                </a:extLst>
              </a:tr>
              <a:tr h="408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https://doi.org/10.1016/j.actaastro.2014.03.004</a:t>
                      </a:r>
                      <a:endParaRPr lang="en-US" sz="1800"/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1591741874"/>
                  </a:ext>
                </a:extLst>
              </a:tr>
              <a:tr h="408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https://doi.org/10.1016/j.actaastro.2010.01.018</a:t>
                      </a:r>
                      <a:endParaRPr lang="en-US" sz="1800"/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2828081410"/>
                  </a:ext>
                </a:extLst>
              </a:tr>
              <a:tr h="408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https://doi.org/10.1016/j.actaastro.2010.01.018</a:t>
                      </a:r>
                      <a:endParaRPr lang="en-US" sz="1800"/>
                    </a:p>
                  </a:txBody>
                  <a:tcPr marL="92782" marR="92782" marT="46391" marB="463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3.4</a:t>
                      </a:r>
                    </a:p>
                  </a:txBody>
                  <a:tcPr marL="92782" marR="92782" marT="46391" marB="46391"/>
                </a:tc>
                <a:extLst>
                  <a:ext uri="{0D108BD9-81ED-4DB2-BD59-A6C34878D82A}">
                    <a16:rowId xmlns:a16="http://schemas.microsoft.com/office/drawing/2014/main" val="366155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93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537AFB-20E4-A44E-9B17-8105D2DECAA8}"/>
              </a:ext>
            </a:extLst>
          </p:cNvPr>
          <p:cNvSpPr txBox="1"/>
          <p:nvPr/>
        </p:nvSpPr>
        <p:spPr>
          <a:xfrm>
            <a:off x="1828803" y="2399538"/>
            <a:ext cx="10972800" cy="331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992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Custom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Mahajan</dc:creator>
  <cp:revision>1</cp:revision>
  <dcterms:created xsi:type="dcterms:W3CDTF">2026-03-11T17:38:51Z</dcterms:created>
  <dcterms:modified xsi:type="dcterms:W3CDTF">2026-03-31T17:41:54Z</dcterms:modified>
</cp:coreProperties>
</file>